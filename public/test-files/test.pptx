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 standalone="yes"?>
<p:presentation xmlns:p="http://schemas.openxmlformats.org/presentationml/2006/main" xmlns:a="http://schemas.openxmlformats.org/drawingml/2006/main">
  <p:sldSz cx="9144000" cy="6858000"/>
  <p:notesSz cx="6858000" cy="9144000"/>
  <p:sldIdLst>
    <p:sldId id="256" r:id="rId1"/>
    <p:sldId id="257" r:id="rId2"/>
    <p:sldId id="258" r:id="rId3"/>
  </p:sldIdLst>
  <p:sldMasterIdLst><p:sldMasterId id="2147483648" r:id="rId4"/></p:sldMaster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Master" Target="slideMasters/slideMaster1.xml"/>
</Relationships>
</file>

<file path=ppt/slideLayouts/slideLayout1.xml><?xml version="1.0" encoding="utf-8"?>
<p:sldLayout xmlns:p="http://schemas.openxmlformats.org/presentationml/2006/main" type="blank"/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titleStyle/>
  <p:bodyStyle/>
  <p:otherStyle/>
</p:sldMaster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image" Target="../media/test.png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nvGrpSpPrPr/>
        <p:cNvGrpSpPr/>
      </p:nvGrpSpPr>
      <p:grpSpPr/>
      <p:sp>
        <p:nvSpPr>
          <p:cNvPr id="2" name="Title"/>
          <p:nvPr>
            <p:ph type="title"/>
          </p:nvPr>
        </p:nvSpPr>
        <p:spPr>
          <a:xfrm>
            <a:off x="457200" y="1371600"/>
            <a:ext cx="8230800" cy="1371600"/>
          </a:xfrm>
          <a:prstGeom prst="rect"/>
        </p:spPr>
        <p:txBody>
          <a:bodyPr/>
          <a:p>
            <a:r>
              <a:rPr sz="4400" b="1" i="0" u="none">
                <a:solidFill>
                  <a:srgbClr val="4472C4"/>
                </a:solidFill>
              </a:rPr>
              <a:t>Slide 1: Title Slide</a:t>
            </a:r>
          </a:p>
          <a:p>
            <a:r>
              <a:rPr sz="2400"/>
              <a:t>This is a test presentation with formatting.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nvGrpSpPrPr/>
        <p:cNvGrpSpPr/>
      </p:nvGrpSpPr>
      <p:grpSpPr/>
      <p:sp>
        <p:nvSpPr>
          <p:cNvPr id="2" name="Title"/>
          <p:nvPr>
            <p:ph type="title"/>
          </p:nvPr>
        </p:nvSpPr>
        <p:spPr>
          <a:xfrm>
            <a:off x="457200" y="457200"/>
            <a:ext cx="8230800" cy="914400"/>
          </a:xfrm>
          <a:prstGeom prst="rect"/>
        </p:spPr>
        <p:txBody>
          <a:bodyPr/>
          <a:p>
            <a:r>
              <a:t>Slide 2: Table Example</a:t>
            </a:r>
          </a:p>
        </p:txBody>
      </p:sp>
      <p:graphicFrame>
        <p:nvGraphicFramePr>
          <p:cNvPr id="3" name="Table 1"/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Grid>
                <a:gridCol w="3657600"/>
                <a:gridCol w="3657600"/>
              </a:tblGrid>
              <a:tr h="600000">
                <a:tc>
                  <a:txBody>
                    <a:bodyPr/>
                    <a:p>
                      <a:r>
                        <a:t>Header 1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Header 2</a:t>
                      </a:r>
                    </a:p>
                  </a:txBody>
                </a:tc>
              </a:tr>
              <a:tr h="600000">
                <a:tc>
                  <a:txBody>
                    <a:bodyPr/>
                    <a:p>
                      <a:r>
                        <a:t>Data A1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Data B1</a:t>
                      </a:r>
                    </a:p>
                  </a:txBody>
                </a:tc>
              </a:tr>
              <a:tr h="600000">
                <a:tc>
                  <a:txBody>
                    <a:bodyPr/>
                    <a:p>
                      <a:r>
                        <a:t>Data A2</a:t>
                      </a:r>
                    </a:p>
                  </a:txBody>
                </a:tc>
                <a:tc>
                  <a:bodyPr/>
                  <a:p>
                    <a:r>
                      <a:t>Data B2</a:t>
                    </a:r>
                  </a:p>
                </a:tc>
              </a:tr>
            </a:tbl>
          </a:graphicData>
        </a:graphic>
      </p:graphicFrame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nvGrpSpPrPr/>
        <p:cNvGrpSpPr/>
      </p:nvGrpSpPr>
      <p:grpSpPr/>
      <p:sp>
        <p:nvSpPr>
          <p:cNvPr id="2" name="Title"/>
          <p:nvPr>
            <p:ph type="title"/>
          </p:nvPr>
        </p:nvSpPr>
        <p:spPr>
          <a:xfrm>
            <a:off x="457200" y="457200"/>
            <a:ext cx="8230800" cy="914400"/>
          </a:xfrm>
          <a:prstGeom prst="rect"/>
        </p:spPr>
        <p:txBody>
          <a:bodyPr/>
          <a:p>
            <a:r>
              <a:t>Slide 3: Image &amp; Text</a:t>
            </a:r>
          </a:p>
        </p:txBody>
      </p:sp>
      <p:sp>
        <p:nvSpPr>
          <p:cNvPr id="3" name="TextBox"/>
          <p:nvPr/>
        </p:nvSpPr>
        <p:spPr>
          <a:xfrm>
            <a:off x="457200" y="2743200"/>
            <a:ext cx="3657600" cy="1828800"/>
          </a:xfrm>
          <a:solidFill>
            <a:srgbClr val="EDEDED"/>
          </a:solidFill>
          <a:prstGeom prst="rect"/>
        </p:spPr>
        <p:txBody>
          <a:bodyPr/>
          <a:p>
            <a:r>
              <a:rPr sz="2000"/>
              <a:t>This text box has a gray background.</a:t>
            </a:r>
          </a:p>
          <a:p>
            <a:r>
              <a:rPr sz="1600" i="1"/>
              <a:t>Italic text with various formatting.</a:t>
            </a:r>
          </a:p>
        </p:txBody>
      </p:sp>
      <p:sp>
        <p:nvSpPr>
          <p:cNvPr id="4" name="TextBox2"/>
          <p:nvPr/>
        </p:nvSpPr>
        <p:spPr>
          <a:xfrm>
            <a:off x="4572000" y="2743200"/>
            <a:ext cx="3657600" cy="2743200"/>
          </a:xfrm>
          <a:prstGeom prst="rect"/>
        </p:spPr>
        <p:txBody>
          <a:bodyPr/>
          <a:p>
            <a:r>
              <a:rPr sz="2800" b="1" u="sng">
                <a:solidFill>
                  <a:srgbClr val="C00000"/>
                </a:solidFill>
              </a:rPr>
              <a:t>Bold Red Underline</a:t>
            </a:r>
          </a:p>
          <a:p>
            <a:r>
              <a:rPr sz="1800">
                <a:solidFill>
                  <a:schemeClr val="accent1"/>
                </a:solidFill>
              </a:rPr>
              <a:t>Accent colored text via schemeClr</a:t>
            </a:r>
          </a:p>
        </p:txBody>
      </p:sp>
      <p:pic>
        <p:nvPicPr>
          <p:cNvPr id="5" name="Picture1"/>
          <p:nvPr/>
        </p:nvPicPr>
        <p:blipFill>
          <a:blip r:embed="rId1"/>
        </p:blipFill>
        <p:spPr>
          <a:xfrm>
            <a:off x="1371600" y="1371600"/>
            <a:ext cx="1371600" cy="1371600"/>
          </a:xfrm>
          <a:prstGeom prst="rect"/>
        </p:spPr>
      </p:pic>
    </p:spTree>
  </p:cSld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1A1A2E"/>
      </a:dk2>
      <a:lt2>
        <a:srgbClr val="F2F2F2"/>
      </a:lt2>
      <a:accent1>
        <a:srgbClr val="4472C4"/>
      </a:accent1>
      <a:accent2>
        <a:srgbClr val="ED7D31"/>
      </a:accent2>
      <a:accent3>
        <a:srgbClr val="A5A5A5"/>
      </a:accent3>
    </a:clrScheme>
    <a:fontScheme name="Default">
      <a:majorFont>
        <a:latin typeface="Calibri Light"/>
      </a:majorFont>
      <a:minorFont>
        <a:latin typeface="Calibri"/>
      </a:minorFont>
    </a:fontScheme>
    <a:fmtScheme name="Default"/>
  </a:themeElements>
</a:theme>
</file>